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20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6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Shelter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700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C# Console Application for Animal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Yasser &amp; Omar Moens </a:t>
            </a:r>
            <a:r>
              <a:rPr lang="en-US" sz="1300" dirty="0">
                <a:solidFill>
                  <a:srgbClr val="7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7,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384048"/>
            <a:ext cx="822960" cy="822960"/>
          </a:xfrm>
          <a:prstGeom prst="ellipse">
            <a:avLst/>
          </a:prstGeom>
          <a:solidFill>
            <a:srgbClr val="184D5A"/>
          </a:solidFill>
          <a:ln w="25400">
            <a:solidFill>
              <a:srgbClr val="A4E3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11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🐕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06640" y="1298448"/>
            <a:ext cx="822960" cy="822960"/>
          </a:xfrm>
          <a:prstGeom prst="ellipse">
            <a:avLst/>
          </a:prstGeom>
          <a:solidFill>
            <a:srgbClr val="184D5A"/>
          </a:solidFill>
          <a:ln w="25400">
            <a:solidFill>
              <a:srgbClr val="A4E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06640" y="2212848"/>
            <a:ext cx="822960" cy="822960"/>
          </a:xfrm>
          <a:prstGeom prst="ellipse">
            <a:avLst/>
          </a:prstGeom>
          <a:solidFill>
            <a:srgbClr val="184D5A"/>
          </a:solidFill>
          <a:ln w="25400">
            <a:solidFill>
              <a:srgbClr val="A4E3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🦜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06640" y="3127248"/>
            <a:ext cx="822960" cy="822960"/>
          </a:xfrm>
          <a:prstGeom prst="ellipse">
            <a:avLst/>
          </a:prstGeom>
          <a:solidFill>
            <a:srgbClr val="275C68"/>
          </a:solidFill>
          <a:ln w="25400">
            <a:solidFill>
              <a:srgbClr val="A4E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154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🐇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shelters rely on scattered paperwork and manual memory — leading to critical gaps in animal care.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97480" cy="29260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00200"/>
            <a:ext cx="2697480" cy="73152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28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Records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histories disappear between sessions and staff changes.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97480" cy="29260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2697480" cy="73152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28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💉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9443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Vaccinations and treatments slip through the cracks without structured tracking.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2697480" cy="29260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00200"/>
            <a:ext cx="2697480" cy="73152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828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Matching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94436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Adopters and animals are harder to connect without searchable, organized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persistent C# console application covering the full animal care lifecycle.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97764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73152" cy="141732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Animal Types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Dogs, Cats, Birds &amp; Small Animals — each with unique species-specific fields.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7764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73152" cy="141732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45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Care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2011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records, care notes, and vaccine history all tied to each animal's profile.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97764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73152" cy="141732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310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via EF Core with soft-delete and audit trails on every record.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7764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200400"/>
            <a:ext cx="73152" cy="141732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33101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3657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Employee, and User roles with distinct permissions across all modules.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layers keep your shelter data safe and accessible from any terminal.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9260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with their role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(Admin, Employee, or User)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2743200"/>
            <a:ext cx="256032" cy="73152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26700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4E34B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560320" cy="292608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🖥️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290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9992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guide every action — no training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743200"/>
            <a:ext cx="256032" cy="73152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26700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4E34B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560320" cy="29260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🗄️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0936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99923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saved securely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audit history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interconnected records give your shelter a complete picture of every animal.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1554480" cy="3154680"/>
          </a:xfrm>
          <a:prstGeom prst="rect">
            <a:avLst/>
          </a:prstGeom>
          <a:solidFill>
            <a:srgbClr val="1E6B7B"/>
          </a:solidFill>
          <a:ln w="12700">
            <a:solidFill>
              <a:srgbClr val="A4E34B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508760"/>
            <a:ext cx="1554480" cy="6400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24871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species, age,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medical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508760"/>
            <a:ext cx="1554480" cy="31546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508760"/>
            <a:ext cx="1554480" cy="6400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84832" y="24871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84832" y="2907792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adopters,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secure login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508760"/>
            <a:ext cx="1554480" cy="31546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508760"/>
            <a:ext cx="1554480" cy="6400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22192" y="24871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22192" y="2907792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adopted which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and when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508760"/>
            <a:ext cx="1554480" cy="31546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508760"/>
            <a:ext cx="1554480" cy="6400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59552" y="24871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2907792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vaccination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per animal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508760"/>
            <a:ext cx="1554480" cy="315468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508760"/>
            <a:ext cx="1554480" cy="6400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691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96912" y="248716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Notes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96912" y="2907792"/>
            <a:ext cx="14081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Diet, exercise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logs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97480" cy="365760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331720" cy="36576"/>
          </a:xfrm>
          <a:prstGeom prst="rect">
            <a:avLst/>
          </a:prstGeom>
          <a:solidFill>
            <a:srgbClr val="0D2E36"/>
          </a:solidFill>
          <a:ln w="12700">
            <a:solidFill>
              <a:srgbClr val="0D2E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all users &amp; assign roles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animal CRUD + status updates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View, create, update &amp; delete adoptions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access to vaccines &amp; care notes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any user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97480" cy="3657600"/>
          </a:xfrm>
          <a:prstGeom prst="rect">
            <a:avLst/>
          </a:prstGeom>
          <a:solidFill>
            <a:srgbClr val="1E6B7B"/>
          </a:solidFill>
          <a:ln w="12700">
            <a:solidFill>
              <a:srgbClr val="1E6B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1600200"/>
            <a:ext cx="2331720" cy="36576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Browse animals + update status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267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adoptions on behalf of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/ update / delete care notes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/ update / delete vaccines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own profile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697480" cy="365760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143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55080" y="1600200"/>
            <a:ext cx="2331720" cy="36576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Browse available animals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2677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Adopt an animal for themselves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own profile &amp; adoption history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364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care notes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Read-only vaccine &amp; adoption listings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2529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17043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Animals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4447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Species-aware intake with breed, habitat, size, and behavioral attributes.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22529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252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32120" y="117043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4447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or find by ID — full details including vaccines and care notes.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5117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511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249631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423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2770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animals as Available, Adopted, or Under Medical Care at any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55117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511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32120" y="249631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2423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Flow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2770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adopt on behalf of users. Prevents re-adopting already-adopted animals.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87705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3000" y="382219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Records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965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named vaccines with dates to any animal's permanent profile.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3977640" cy="1170432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3877056"/>
            <a:ext cx="530352" cy="530352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8770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32120" y="3822192"/>
            <a:ext cx="36576" cy="841248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3749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Notes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715000" y="40965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log diet, behavior, exercise, and medical instructions per animal.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 for your shelter from day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77640" cy="1508760"/>
          </a:xfrm>
          <a:prstGeom prst="rect">
            <a:avLst/>
          </a:prstGeom>
          <a:solidFill>
            <a:srgbClr val="1A5F6E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73152" cy="150876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27632"/>
            <a:ext cx="658368" cy="658368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Adoptions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and instant animal search cut adoption processing time dramatically.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150876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73152" cy="150876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627632"/>
            <a:ext cx="658368" cy="658368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6276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6072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Staff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19385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record-keeping replaces manual paperwork, freeing staff for animal care.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3977640" cy="150876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73152" cy="150876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319272"/>
            <a:ext cx="658368" cy="658368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319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Lost Records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630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animal, adoption, and treatment lives in one persistent, searchable database.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3977640" cy="150876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54680"/>
            <a:ext cx="73152" cy="150876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56048" y="3319272"/>
            <a:ext cx="658368" cy="658368"/>
          </a:xfrm>
          <a:prstGeom prst="ellipse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3192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32461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Care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60720" y="3630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schedules and care notes are always visible on each animal's profile.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C# (.NET)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Async-ready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058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Entity Framework 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Code-First Migrations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SQL 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Soft-delete Query Filters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060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BCrypt password hashing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Role-based authorization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6060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6060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/ IoC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Microsoft.Extensions.DI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Scoped service lifetimes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606040"/>
            <a:ext cx="2697480" cy="1417320"/>
          </a:xfrm>
          <a:prstGeom prst="rect">
            <a:avLst/>
          </a:prstGeom>
          <a:solidFill>
            <a:srgbClr val="275C68"/>
          </a:solidFill>
          <a:ln w="12700">
            <a:solidFill>
              <a:srgbClr val="275C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606040"/>
            <a:ext cx="2697480" cy="54864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7157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Repository + 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DTO / Mapper pattern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4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A4E34B"/>
          </a:solidFill>
          <a:ln w="12700">
            <a:solidFill>
              <a:srgbClr val="A4E3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4E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Shelter Management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C#  ·  EF Core  ·  SQL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Yasser &amp; Omar Moens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🐾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665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Animal Shelter Management System</dc:title>
  <dc:subject>PptxGenJS Presentation</dc:subject>
  <dc:creator>PptxGenJS</dc:creator>
  <cp:lastModifiedBy>Ahmed Yasser</cp:lastModifiedBy>
  <cp:revision>2</cp:revision>
  <dcterms:created xsi:type="dcterms:W3CDTF">2026-06-06T10:13:28Z</dcterms:created>
  <dcterms:modified xsi:type="dcterms:W3CDTF">2026-06-06T12:36:17Z</dcterms:modified>
</cp:coreProperties>
</file>